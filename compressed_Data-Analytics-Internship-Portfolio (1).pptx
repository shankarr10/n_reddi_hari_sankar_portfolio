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16.svg" ContentType="image/svg+xml"/>
  <Override PartName="/ppt/media/image17.svg" ContentType="image/svg+xml"/>
  <Override PartName="/ppt/media/image23.svg" ContentType="image/svg+xml"/>
  <Override PartName="/ppt/media/image30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6" r:id="rId8"/>
    <p:sldId id="267" r:id="rId9"/>
    <p:sldId id="268" r:id="rId10"/>
    <p:sldId id="269" r:id="rId11"/>
    <p:sldId id="270" r:id="rId12"/>
    <p:sldId id="260" r:id="rId13"/>
    <p:sldId id="261" r:id="rId14"/>
    <p:sldId id="271" r:id="rId15"/>
    <p:sldId id="272" r:id="rId16"/>
    <p:sldId id="273" r:id="rId17"/>
    <p:sldId id="274" r:id="rId18"/>
    <p:sldId id="275" r:id="rId19"/>
    <p:sldId id="262" r:id="rId20"/>
    <p:sldId id="276" r:id="rId21"/>
    <p:sldId id="263" r:id="rId22"/>
    <p:sldId id="264" r:id="rId23"/>
    <p:sldId id="265" r:id="rId24"/>
  </p:sldIdLst>
  <p:sldSz cx="9144000" cy="5143500"/>
  <p:notesSz cx="5143500" cy="9144000"/>
  <p:embeddedFontLst>
    <p:embeddedFont>
      <p:font typeface="Mona Sans SemiBold" pitchFamily="34" charset="0"/>
      <p:bold r:id="rId28"/>
    </p:embeddedFont>
    <p:embeddedFont>
      <p:font typeface="Mona Sans SemiBold" pitchFamily="34" charset="-122"/>
      <p:bold r:id="rId29"/>
    </p:embeddedFont>
    <p:embeddedFont>
      <p:font typeface="Mona Sans SemiBold" pitchFamily="34" charset="-120"/>
      <p:bold r:id="rId30"/>
    </p:embeddedFont>
    <p:embeddedFont>
      <p:font typeface="Funnel Sans" pitchFamily="34" charset="0"/>
      <p:regular r:id="rId31"/>
    </p:embeddedFont>
    <p:embeddedFont>
      <p:font typeface="Funnel Sans" pitchFamily="34" charset="-122"/>
      <p:regular r:id="rId32"/>
    </p:embeddedFont>
    <p:embeddedFont>
      <p:font typeface="Funnel Sans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3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30.svg"/><Relationship Id="rId2" Type="http://schemas.openxmlformats.org/officeDocument/2006/relationships/image" Target="../media/image4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solidFill>
            <a:srgbClr val="181616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496119" y="1573337"/>
            <a:ext cx="6348785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Analytics Internship Portfolio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2264346"/>
            <a:ext cx="8151763" cy="10567"/>
          </a:xfrm>
          <a:prstGeom prst="rect">
            <a:avLst/>
          </a:prstGeom>
          <a:solidFill>
            <a:srgbClr val="8F8F8F">
              <a:alpha val="5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96119" y="2522934"/>
            <a:ext cx="299531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End-to-End Analytics Journey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956992"/>
            <a:ext cx="8151763" cy="6130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IN" altLang="en-US" sz="1200" b="1" u="sng" dirty="0">
                <a:solidFill>
                  <a:schemeClr val="bg1"/>
                </a:solidFill>
              </a:rPr>
              <a:t>N REDDI HARI SANKAR</a:t>
            </a:r>
            <a:endParaRPr lang="en-US" sz="1200" b="1" u="sng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Transforming Raw Data into Actionable Business Insights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6668" y="531465"/>
            <a:ext cx="3890590" cy="4291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About 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226641"/>
            <a:ext cx="818257" cy="489124"/>
          </a:xfrm>
          <a:prstGeom prst="roundRect">
            <a:avLst>
              <a:gd name="adj" fmla="val 1179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3179" y="1350466"/>
            <a:ext cx="193104" cy="2413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36191" y="1363935"/>
            <a:ext cx="1232967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Analytics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67507" y="1706240"/>
            <a:ext cx="7227243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7" name="Shape 5"/>
          <p:cNvSpPr/>
          <p:nvPr/>
        </p:nvSpPr>
        <p:spPr>
          <a:xfrm>
            <a:off x="480640" y="1784375"/>
            <a:ext cx="1636514" cy="489124"/>
          </a:xfrm>
          <a:prstGeom prst="roundRect">
            <a:avLst>
              <a:gd name="adj" fmla="val 1179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2308" y="1908200"/>
            <a:ext cx="193104" cy="2413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54448" y="1921669"/>
            <a:ext cx="1739503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Intelligence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185764" y="2263973"/>
            <a:ext cx="6408986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11" name="Shape 9"/>
          <p:cNvSpPr/>
          <p:nvPr/>
        </p:nvSpPr>
        <p:spPr>
          <a:xfrm>
            <a:off x="480640" y="2342108"/>
            <a:ext cx="2454771" cy="489124"/>
          </a:xfrm>
          <a:prstGeom prst="roundRect">
            <a:avLst>
              <a:gd name="adj" fmla="val 1179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1437" y="2465933"/>
            <a:ext cx="193104" cy="2413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72705" y="2479402"/>
            <a:ext cx="1531218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004021" y="2821707"/>
            <a:ext cx="5590729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15" name="Shape 13"/>
          <p:cNvSpPr/>
          <p:nvPr/>
        </p:nvSpPr>
        <p:spPr>
          <a:xfrm>
            <a:off x="480640" y="2899842"/>
            <a:ext cx="3273028" cy="489124"/>
          </a:xfrm>
          <a:prstGeom prst="roundRect">
            <a:avLst>
              <a:gd name="adj" fmla="val 1179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0565" y="3023667"/>
            <a:ext cx="193104" cy="2413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90963" y="3037136"/>
            <a:ext cx="1590452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Statistical Analysis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822278" y="3379440"/>
            <a:ext cx="4772471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19" name="Shape 17"/>
          <p:cNvSpPr/>
          <p:nvPr/>
        </p:nvSpPr>
        <p:spPr>
          <a:xfrm>
            <a:off x="480640" y="3457575"/>
            <a:ext cx="4091360" cy="489124"/>
          </a:xfrm>
          <a:prstGeom prst="roundRect">
            <a:avLst>
              <a:gd name="adj" fmla="val 11793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9768" y="3581400"/>
            <a:ext cx="193104" cy="24139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294" y="3594869"/>
            <a:ext cx="1406426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Storytelling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8019" y="4245992"/>
            <a:ext cx="8433941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Aspiring Data Analyst with hands-on experience across the full analytics lifecycle — from raw data to business recommendations.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640" y="4096345"/>
            <a:ext cx="19050" cy="515615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7040" y="347811"/>
            <a:ext cx="4829770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Internship Journey at a Glance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216619" y="923404"/>
            <a:ext cx="8710687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Four projects covering the complete analytics workflow — from raw data to business decisions.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45219" y="1243087"/>
            <a:ext cx="8253487" cy="8930"/>
          </a:xfrm>
          <a:prstGeom prst="rect">
            <a:avLst/>
          </a:prstGeom>
          <a:solidFill>
            <a:srgbClr val="8F8F8F">
              <a:alpha val="5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45219" y="1486123"/>
            <a:ext cx="380985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Data → Cleaning → Analysis → Dashboarding → Statistical Validation → Business Recommendations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1685" y="1508820"/>
            <a:ext cx="4151709" cy="7176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13089" y="1755502"/>
            <a:ext cx="179412" cy="2242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45286" y="1642690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Wrangling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1685" y="2327374"/>
            <a:ext cx="4151709" cy="7176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3089" y="2574057"/>
            <a:ext cx="179412" cy="2242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45286" y="2461245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EDA &amp; BI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1685" y="3145929"/>
            <a:ext cx="4151709" cy="7176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13089" y="3392612"/>
            <a:ext cx="179412" cy="2242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145286" y="3279800"/>
            <a:ext cx="1495202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Dashboarding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1685" y="3964484"/>
            <a:ext cx="4151709" cy="7176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13089" y="4211166"/>
            <a:ext cx="179412" cy="2242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145286" y="4098354"/>
            <a:ext cx="1513061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Statistical Validation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1568" y="238497"/>
            <a:ext cx="319683" cy="140791"/>
          </a:xfrm>
          <a:prstGeom prst="roundRect">
            <a:avLst>
              <a:gd name="adj" fmla="val 20617"/>
            </a:avLst>
          </a:prstGeom>
          <a:solidFill>
            <a:srgbClr val="262626"/>
          </a:solidFill>
        </p:spPr>
      </p:sp>
      <p:sp>
        <p:nvSpPr>
          <p:cNvPr id="3" name="Text 1"/>
          <p:cNvSpPr/>
          <p:nvPr/>
        </p:nvSpPr>
        <p:spPr>
          <a:xfrm>
            <a:off x="1643360" y="264393"/>
            <a:ext cx="673298" cy="889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1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591568" y="400273"/>
            <a:ext cx="3477146" cy="269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Immersion &amp; Wrangling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91568" y="749126"/>
            <a:ext cx="5960864" cy="718914"/>
          </a:xfrm>
          <a:prstGeom prst="roundRect">
            <a:avLst>
              <a:gd name="adj" fmla="val 504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6330" y="753889"/>
            <a:ext cx="1983730" cy="709389"/>
          </a:xfrm>
          <a:prstGeom prst="roundRect">
            <a:avLst>
              <a:gd name="adj" fmla="val 5115"/>
            </a:avLst>
          </a:prstGeom>
          <a:solidFill>
            <a:srgbClr val="404040"/>
          </a:solidFill>
        </p:spPr>
      </p:sp>
      <p:sp>
        <p:nvSpPr>
          <p:cNvPr id="7" name="Text 5"/>
          <p:cNvSpPr/>
          <p:nvPr/>
        </p:nvSpPr>
        <p:spPr>
          <a:xfrm>
            <a:off x="1682651" y="840209"/>
            <a:ext cx="1079822" cy="134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Objective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82651" y="1006673"/>
            <a:ext cx="1811089" cy="2223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 raw project management data for analysis.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580061" y="753889"/>
            <a:ext cx="1983804" cy="709389"/>
          </a:xfrm>
          <a:prstGeom prst="rect">
            <a:avLst/>
          </a:prstGeom>
          <a:solidFill>
            <a:srgbClr val="404040"/>
          </a:solidFill>
        </p:spPr>
      </p:sp>
      <p:sp>
        <p:nvSpPr>
          <p:cNvPr id="10" name="Shape 8"/>
          <p:cNvSpPr/>
          <p:nvPr/>
        </p:nvSpPr>
        <p:spPr>
          <a:xfrm>
            <a:off x="3580061" y="753889"/>
            <a:ext cx="9525" cy="709389"/>
          </a:xfrm>
          <a:prstGeom prst="roundRect">
            <a:avLst>
              <a:gd name="adj" fmla="val 380930"/>
            </a:avLst>
          </a:prstGeom>
          <a:solidFill>
            <a:srgbClr val="595959"/>
          </a:solidFill>
        </p:spPr>
      </p:sp>
      <p:sp>
        <p:nvSpPr>
          <p:cNvPr id="11" name="Text 9"/>
          <p:cNvSpPr/>
          <p:nvPr/>
        </p:nvSpPr>
        <p:spPr>
          <a:xfrm>
            <a:off x="3666381" y="840209"/>
            <a:ext cx="1079822" cy="134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Techniques Applied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66381" y="1006673"/>
            <a:ext cx="1811164" cy="37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value handling &amp; duplicate removal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Date standardization &amp; feature engineering</a:t>
            </a:r>
            <a:endParaRPr lang="en-US" sz="650" dirty="0"/>
          </a:p>
          <a:p>
            <a:pPr marL="342900" indent="-342900" algn="l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Status, Duration &amp; Progress % fields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563865" y="753889"/>
            <a:ext cx="1983804" cy="709389"/>
          </a:xfrm>
          <a:prstGeom prst="rect">
            <a:avLst/>
          </a:prstGeom>
          <a:solidFill>
            <a:srgbClr val="404040"/>
          </a:solidFill>
        </p:spPr>
      </p:sp>
      <p:sp>
        <p:nvSpPr>
          <p:cNvPr id="14" name="Shape 12"/>
          <p:cNvSpPr/>
          <p:nvPr/>
        </p:nvSpPr>
        <p:spPr>
          <a:xfrm>
            <a:off x="5563865" y="753889"/>
            <a:ext cx="9525" cy="709389"/>
          </a:xfrm>
          <a:prstGeom prst="roundRect">
            <a:avLst>
              <a:gd name="adj" fmla="val 380930"/>
            </a:avLst>
          </a:prstGeom>
          <a:solidFill>
            <a:srgbClr val="595959"/>
          </a:solidFill>
        </p:spPr>
      </p:sp>
      <p:sp>
        <p:nvSpPr>
          <p:cNvPr id="15" name="Text 13"/>
          <p:cNvSpPr/>
          <p:nvPr/>
        </p:nvSpPr>
        <p:spPr>
          <a:xfrm>
            <a:off x="5650185" y="840209"/>
            <a:ext cx="1079822" cy="134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Tools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50185" y="1006673"/>
            <a:ext cx="1811164" cy="2223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· Pandas · NumPy · Google Colab · GitHub</a:t>
            </a:r>
            <a:endParaRPr lang="en-US" sz="6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568" y="1527200"/>
            <a:ext cx="5960864" cy="33778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408305"/>
            <a:ext cx="7922895" cy="4166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85" y="628650"/>
            <a:ext cx="7650480" cy="3826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387985"/>
            <a:ext cx="8340090" cy="4173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30" y="464185"/>
            <a:ext cx="8283575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533400"/>
            <a:ext cx="7956550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65075"/>
            <a:ext cx="1013817" cy="223317"/>
          </a:xfrm>
          <a:prstGeom prst="roundRect">
            <a:avLst>
              <a:gd name="adj" fmla="val 18664"/>
            </a:avLst>
          </a:prstGeom>
          <a:solidFill>
            <a:srgbClr val="262626"/>
          </a:solidFill>
        </p:spPr>
      </p:sp>
      <p:sp>
        <p:nvSpPr>
          <p:cNvPr id="3" name="Text 1"/>
          <p:cNvSpPr/>
          <p:nvPr/>
        </p:nvSpPr>
        <p:spPr>
          <a:xfrm>
            <a:off x="508546" y="402282"/>
            <a:ext cx="1322189" cy="148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1 —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31775"/>
            <a:ext cx="4741664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Clean Data, Reliable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34132" y="1182067"/>
            <a:ext cx="8275737" cy="485105"/>
          </a:xfrm>
          <a:prstGeom prst="roundRect">
            <a:avLst>
              <a:gd name="adj" fmla="val 10740"/>
            </a:avLst>
          </a:prstGeom>
          <a:solidFill>
            <a:srgbClr val="183A1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5" y="1366614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7084" y="1321519"/>
            <a:ext cx="8206011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Learning: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Insight quality depends on data quality.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4132" y="2850877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Outcomes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4132" y="3153221"/>
            <a:ext cx="3128739" cy="6340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Clean, structured, analysis-ready dataset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Reduced redundancy, improved consistency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Foundation for accurate reporting &amp; forecasting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201" y="1911251"/>
            <a:ext cx="4844355" cy="2745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8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80640" y="459209"/>
            <a:ext cx="508174" cy="255240"/>
          </a:xfrm>
          <a:prstGeom prst="roundRect">
            <a:avLst>
              <a:gd name="adj" fmla="val 18079"/>
            </a:avLst>
          </a:prstGeom>
          <a:solidFill>
            <a:srgbClr val="262626"/>
          </a:solidFill>
        </p:spPr>
      </p:sp>
      <p:sp>
        <p:nvSpPr>
          <p:cNvPr id="5" name="Text 2"/>
          <p:cNvSpPr/>
          <p:nvPr/>
        </p:nvSpPr>
        <p:spPr>
          <a:xfrm>
            <a:off x="563017" y="500360"/>
            <a:ext cx="800621" cy="1729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2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80640" y="767655"/>
            <a:ext cx="8182719" cy="8582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Exploratory Data Analysis &amp; Business Intelligence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80640" y="1825451"/>
            <a:ext cx="8639919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Analyzed employee data using SQL and Python to answer key business questions.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640" y="2191420"/>
            <a:ext cx="1363712" cy="785217"/>
          </a:xfrm>
          <a:prstGeom prst="roundRect">
            <a:avLst>
              <a:gd name="adj" fmla="val 7346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907" y="2487439"/>
            <a:ext cx="193104" cy="1931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81646" y="2328714"/>
            <a:ext cx="1716658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Salary Analysis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981646" y="2623021"/>
            <a:ext cx="3164012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Highest, lowest, average salaries; threshold filtering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912962" y="2967112"/>
            <a:ext cx="6681788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13" name="Shape 9"/>
          <p:cNvSpPr/>
          <p:nvPr/>
        </p:nvSpPr>
        <p:spPr>
          <a:xfrm>
            <a:off x="480640" y="3045247"/>
            <a:ext cx="2727499" cy="785217"/>
          </a:xfrm>
          <a:prstGeom prst="roundRect">
            <a:avLst>
              <a:gd name="adj" fmla="val 7346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7837" y="3341266"/>
            <a:ext cx="193104" cy="1931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45433" y="3182541"/>
            <a:ext cx="1716658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Department Insights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345433" y="3476848"/>
            <a:ext cx="3382938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Workforce distribution and salary spend by department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76749" y="3820939"/>
            <a:ext cx="5318001" cy="9525"/>
          </a:xfrm>
          <a:prstGeom prst="roundRect">
            <a:avLst>
              <a:gd name="adj" fmla="val 605580"/>
            </a:avLst>
          </a:prstGeom>
          <a:solidFill>
            <a:srgbClr val="595959"/>
          </a:solidFill>
        </p:spPr>
      </p:sp>
      <p:sp>
        <p:nvSpPr>
          <p:cNvPr id="18" name="Shape 13"/>
          <p:cNvSpPr/>
          <p:nvPr/>
        </p:nvSpPr>
        <p:spPr>
          <a:xfrm>
            <a:off x="480640" y="3899074"/>
            <a:ext cx="4091360" cy="785217"/>
          </a:xfrm>
          <a:prstGeom prst="roundRect">
            <a:avLst>
              <a:gd name="adj" fmla="val 7346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9768" y="4195093"/>
            <a:ext cx="193104" cy="1931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294" y="4036368"/>
            <a:ext cx="1716658" cy="2145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Employee Ranking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709294" y="4330675"/>
            <a:ext cx="3788197" cy="2163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Ranked employees by salary metrics for compensation review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1041"/>
            <a:ext cx="9144000" cy="44814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065"/>
            <a:ext cx="9144000" cy="46240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1150"/>
            <a:ext cx="91440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2890"/>
            <a:ext cx="9144000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7815"/>
            <a:ext cx="9144000" cy="45599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0838" y="261714"/>
            <a:ext cx="294829" cy="127471"/>
          </a:xfrm>
          <a:prstGeom prst="roundRect">
            <a:avLst>
              <a:gd name="adj" fmla="val 21020"/>
            </a:avLst>
          </a:prstGeom>
          <a:solidFill>
            <a:srgbClr val="262626"/>
          </a:solidFill>
        </p:spPr>
      </p:sp>
      <p:sp>
        <p:nvSpPr>
          <p:cNvPr id="3" name="Text 1"/>
          <p:cNvSpPr/>
          <p:nvPr/>
        </p:nvSpPr>
        <p:spPr>
          <a:xfrm>
            <a:off x="1868612" y="285601"/>
            <a:ext cx="656481" cy="79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820838" y="407119"/>
            <a:ext cx="3911054" cy="249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Interactive HR Analytics Dashboard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0838" y="723528"/>
            <a:ext cx="1804243" cy="989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10060" y="1042467"/>
            <a:ext cx="1191146" cy="124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Dashboard Components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910060" y="1193974"/>
            <a:ext cx="1625798" cy="4301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KPIs: Total Employees, Salary Cost, Avg/Max/Min Salary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Employee &amp; salary distribution charts</a:t>
            </a:r>
            <a:endParaRPr lang="en-US" sz="6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filters by department</a:t>
            </a:r>
            <a:endParaRPr lang="en-US" sz="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9878" y="723528"/>
            <a:ext cx="1804243" cy="9897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59101" y="1042467"/>
            <a:ext cx="996776" cy="124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Value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759101" y="1193974"/>
            <a:ext cx="1625798" cy="1994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workforce monitoring, faster decisions, improved reporting efficiency.</a:t>
            </a:r>
            <a:endParaRPr lang="en-US" sz="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8919" y="723528"/>
            <a:ext cx="1804243" cy="9897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08141" y="1042467"/>
            <a:ext cx="996776" cy="124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Tools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5608141" y="1193974"/>
            <a:ext cx="1625798" cy="997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 BI · DAX · Excel</a:t>
            </a:r>
            <a:endParaRPr lang="en-US" sz="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38" y="1763762"/>
            <a:ext cx="5502325" cy="31179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7965"/>
            <a:ext cx="9144000" cy="4700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38448"/>
            <a:ext cx="516657" cy="260821"/>
          </a:xfrm>
          <a:prstGeom prst="roundRect">
            <a:avLst>
              <a:gd name="adj" fmla="val 17978"/>
            </a:avLst>
          </a:prstGeom>
          <a:solidFill>
            <a:srgbClr val="262626"/>
          </a:solidFill>
        </p:spPr>
      </p:sp>
      <p:sp>
        <p:nvSpPr>
          <p:cNvPr id="3" name="Text 1"/>
          <p:cNvSpPr/>
          <p:nvPr/>
        </p:nvSpPr>
        <p:spPr>
          <a:xfrm>
            <a:off x="572095" y="480268"/>
            <a:ext cx="806425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TASK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54187"/>
            <a:ext cx="7604522" cy="4360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Narrative &amp; Statistical Validation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8379" y="1533674"/>
            <a:ext cx="2201540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8379" y="1889075"/>
            <a:ext cx="53915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Convert findings into a compelling, statistically validated business story.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8379" y="2299841"/>
            <a:ext cx="4934322" cy="10418"/>
          </a:xfrm>
          <a:prstGeom prst="rect">
            <a:avLst/>
          </a:prstGeom>
          <a:solidFill>
            <a:srgbClr val="8F8F8F">
              <a:alpha val="5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488379" y="2499568"/>
            <a:ext cx="2201540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Methods Used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8379" y="2854970"/>
            <a:ext cx="4934322" cy="760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T-Test &amp; Chi-Square Test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P-Value analysis &amp; confidence intervals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Data-backed recommendations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8379" y="3804791"/>
            <a:ext cx="4934322" cy="10418"/>
          </a:xfrm>
          <a:prstGeom prst="rect">
            <a:avLst/>
          </a:prstGeom>
          <a:solidFill>
            <a:srgbClr val="8F8F8F">
              <a:alpha val="5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488379" y="4004518"/>
            <a:ext cx="2201540" cy="218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8379" y="4359920"/>
            <a:ext cx="53915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Statistical evidence ensures conclusions are reliable — not coincidental.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7834" y="1702668"/>
            <a:ext cx="2892475" cy="2695873"/>
          </a:xfrm>
          <a:prstGeom prst="roundRect">
            <a:avLst>
              <a:gd name="adj" fmla="val 2174"/>
            </a:avLst>
          </a:prstGeom>
          <a:solidFill>
            <a:srgbClr val="022349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360" y="1916832"/>
            <a:ext cx="174427" cy="139526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313" y="1874862"/>
            <a:ext cx="2299469" cy="22994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0951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Skills Acquired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07456"/>
            <a:ext cx="239167" cy="21260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706" y="1907456"/>
            <a:ext cx="239167" cy="21260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94" y="1907456"/>
            <a:ext cx="239167" cy="21260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882" y="1907456"/>
            <a:ext cx="239167" cy="21260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470" y="1907456"/>
            <a:ext cx="239167" cy="212601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939900" y="1941909"/>
            <a:ext cx="177180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9" name="Text 2"/>
          <p:cNvSpPr/>
          <p:nvPr/>
        </p:nvSpPr>
        <p:spPr>
          <a:xfrm>
            <a:off x="496119" y="2259881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Python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496119" y="256639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Pandas · NumPy</a:t>
            </a:r>
            <a:endParaRPr lang="en-US" sz="11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433" y="1907456"/>
            <a:ext cx="239167" cy="21260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021" y="1907456"/>
            <a:ext cx="239167" cy="212601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609" y="1907456"/>
            <a:ext cx="239167" cy="212601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196" y="1907456"/>
            <a:ext cx="239167" cy="212601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784" y="1907456"/>
            <a:ext cx="239167" cy="212601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4716214" y="1941909"/>
            <a:ext cx="177180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3272433" y="2259881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SQL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3272433" y="256639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SQLite · Queries</a:t>
            </a:r>
            <a:endParaRPr lang="en-US" sz="11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747" y="1907456"/>
            <a:ext cx="239167" cy="212601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335" y="1907456"/>
            <a:ext cx="239167" cy="212601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923" y="1907456"/>
            <a:ext cx="239167" cy="212601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511" y="1907456"/>
            <a:ext cx="239167" cy="212601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099" y="1907456"/>
            <a:ext cx="239167" cy="212601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7492529" y="1941909"/>
            <a:ext cx="177180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6048747" y="2259881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6048747" y="2566392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DAX · Dashboards</a:t>
            </a:r>
            <a:endParaRPr lang="en-US" sz="11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3076724"/>
            <a:ext cx="239167" cy="212601"/>
          </a:xfrm>
          <a:prstGeom prst="rect">
            <a:avLst/>
          </a:prstGeom>
        </p:spPr>
      </p:pic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706" y="3076724"/>
            <a:ext cx="239167" cy="212601"/>
          </a:xfrm>
          <a:prstGeom prst="rect">
            <a:avLst/>
          </a:prstGeom>
        </p:spPr>
      </p:pic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294" y="3076724"/>
            <a:ext cx="239167" cy="212601"/>
          </a:xfrm>
          <a:prstGeom prst="rect">
            <a:avLst/>
          </a:prstGeom>
        </p:spPr>
      </p:pic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882" y="3076724"/>
            <a:ext cx="239167" cy="212601"/>
          </a:xfrm>
          <a:prstGeom prst="rect">
            <a:avLst/>
          </a:prstGeom>
        </p:spPr>
      </p:pic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470" y="3076724"/>
            <a:ext cx="239167" cy="212601"/>
          </a:xfrm>
          <a:prstGeom prst="rect">
            <a:avLst/>
          </a:prstGeom>
        </p:spPr>
      </p:pic>
      <p:sp>
        <p:nvSpPr>
          <p:cNvPr id="32" name="Text 10"/>
          <p:cNvSpPr/>
          <p:nvPr/>
        </p:nvSpPr>
        <p:spPr>
          <a:xfrm>
            <a:off x="1939900" y="3111178"/>
            <a:ext cx="177180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33" name="Text 11"/>
          <p:cNvSpPr/>
          <p:nvPr/>
        </p:nvSpPr>
        <p:spPr>
          <a:xfrm>
            <a:off x="496119" y="3429149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496119" y="3735660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T-Test · Hypothesis</a:t>
            </a:r>
            <a:endParaRPr lang="en-US" sz="110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433" y="3076724"/>
            <a:ext cx="239167" cy="212601"/>
          </a:xfrm>
          <a:prstGeom prst="rect">
            <a:avLst/>
          </a:prstGeom>
        </p:spPr>
      </p:pic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021" y="3076724"/>
            <a:ext cx="239167" cy="212601"/>
          </a:xfrm>
          <a:prstGeom prst="rect">
            <a:avLst/>
          </a:prstGeom>
        </p:spPr>
      </p:pic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609" y="3076724"/>
            <a:ext cx="239167" cy="212601"/>
          </a:xfrm>
          <a:prstGeom prst="rect">
            <a:avLst/>
          </a:prstGeom>
        </p:spPr>
      </p:pic>
      <p:pic>
        <p:nvPicPr>
          <p:cNvPr id="38" name="Image 2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196" y="3076724"/>
            <a:ext cx="239167" cy="212601"/>
          </a:xfrm>
          <a:prstGeom prst="rect">
            <a:avLst/>
          </a:prstGeom>
        </p:spPr>
      </p:pic>
      <p:pic>
        <p:nvPicPr>
          <p:cNvPr id="39" name="Image 2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784" y="3076724"/>
            <a:ext cx="239167" cy="212601"/>
          </a:xfrm>
          <a:prstGeom prst="rect">
            <a:avLst/>
          </a:prstGeom>
        </p:spPr>
      </p:pic>
      <p:sp>
        <p:nvSpPr>
          <p:cNvPr id="40" name="Text 13"/>
          <p:cNvSpPr/>
          <p:nvPr/>
        </p:nvSpPr>
        <p:spPr>
          <a:xfrm>
            <a:off x="4716214" y="3111178"/>
            <a:ext cx="177180" cy="17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</a:t>
            </a:r>
            <a:endParaRPr lang="en-US" sz="1350" dirty="0"/>
          </a:p>
        </p:txBody>
      </p:sp>
      <p:sp>
        <p:nvSpPr>
          <p:cNvPr id="41" name="Text 14"/>
          <p:cNvSpPr/>
          <p:nvPr/>
        </p:nvSpPr>
        <p:spPr>
          <a:xfrm>
            <a:off x="3272433" y="3429149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Storytelling</a:t>
            </a:r>
            <a:endParaRPr lang="en-US" sz="1350" dirty="0"/>
          </a:p>
        </p:txBody>
      </p:sp>
      <p:sp>
        <p:nvSpPr>
          <p:cNvPr id="42" name="Text 15"/>
          <p:cNvSpPr/>
          <p:nvPr/>
        </p:nvSpPr>
        <p:spPr>
          <a:xfrm>
            <a:off x="3272433" y="3735660"/>
            <a:ext cx="2599134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EDA · Visualization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4619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759" y="1678484"/>
            <a:ext cx="4029447" cy="332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Learnings &amp; Conclusion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1063228" y="2219995"/>
            <a:ext cx="7634139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becomes valuable when transformed into meaningful insights that drive better decisions.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903759" y="2130326"/>
            <a:ext cx="14288" cy="328166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71" y="2637830"/>
            <a:ext cx="3704704" cy="6357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7172" y="2758380"/>
            <a:ext cx="1329035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Quality First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67172" y="3004170"/>
            <a:ext cx="3406453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 data drives reliable insights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71" y="3353246"/>
            <a:ext cx="3704704" cy="6357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7172" y="3473797"/>
            <a:ext cx="1371377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067172" y="3719587"/>
            <a:ext cx="3406453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Wrangling → EDA → Dashboards → Validation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471" y="4068663"/>
            <a:ext cx="3704704" cy="6357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67172" y="4189214"/>
            <a:ext cx="1656308" cy="166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Communication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067172" y="4435004"/>
            <a:ext cx="3406453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Translate analysis into clear recommendations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4858345" y="2619896"/>
            <a:ext cx="3843784" cy="1488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Thank You — Kovvuri Gnana Swarupa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2612</Words>
  <Application>WPS Presentation</Application>
  <PresentationFormat>On-screen Show (16:9)</PresentationFormat>
  <Paragraphs>187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Mona Sans SemiBold</vt:lpstr>
      <vt:lpstr>Mona Sans SemiBold</vt:lpstr>
      <vt:lpstr>Mona Sans SemiBold</vt:lpstr>
      <vt:lpstr>Funnel Sans</vt:lpstr>
      <vt:lpstr>Funnel Sans</vt:lpstr>
      <vt:lpstr>Funnel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MONIKA K</cp:lastModifiedBy>
  <cp:revision>2</cp:revision>
  <dcterms:created xsi:type="dcterms:W3CDTF">2026-06-03T05:59:00Z</dcterms:created>
  <dcterms:modified xsi:type="dcterms:W3CDTF">2026-06-03T06:18:25Z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4B27D9AD53904922BEC8D37973D08532_12</vt:lpwstr>
  </property>
  <property fmtid="{D5CDD505-2E9C-101B-9397-08002B2CF9AE}" pid="3" name="KSOProductBuildVer">
    <vt:lpwstr>1033-12.1.0.26880</vt:lpwstr>
  </property>
</Properties>
</file>